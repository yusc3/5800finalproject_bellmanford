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9B42-3B03-1555-6B90-85E1F88E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513DF-2D8F-020B-733C-E9AC4D451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1008-77E9-34B7-C95F-A03CEE76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EC6B8-DDC4-1CB6-4F0C-8FA38585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0260-1900-AC1B-30D6-F6A98E07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7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2692-8EE0-9ABB-F6A5-01455422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2A566-796D-480D-344B-3EB58033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55DBC-D729-257A-75DE-AC987AB9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EDFC1-9555-15F1-2B1D-8F0266B2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B034B-7E6F-0B73-8CD1-E267237F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8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20C8-523A-14BB-7C3F-DD59F928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2DE8-39DD-F2A2-713B-A1BF9E9CA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A6E9-12A5-E43D-90D5-3E44883B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1D3FC-02A5-782D-0387-6371C073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B36AD-1862-AA11-0C23-D449C8BC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4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878-355F-EFCE-4FA7-A0922DA8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A61F-1C58-4DC1-8D70-15BEDD166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4662A-4AB9-BF3D-F135-0A80C0D29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12A0B-A871-6700-2762-B952146E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1123-EB2E-D2FD-A644-56D9C968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A6315-E4F3-CF77-3882-DB84A79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5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3F8F-8B02-F336-31DC-7D79003E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70CFD-BB88-3F67-921E-A68052F36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F1BE3-A950-C54B-09B2-ADCE7D9CC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E5D06-1C64-482A-1A4F-FACC99AF3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92C8D-18BE-DE8B-DDAE-61011C8C8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41C07-39EB-1246-4975-6B3C804D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0C0D5-342C-D946-B053-DDAF085D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17B55-52A3-B39C-2334-712C3E5A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A545-8DF6-10C8-849C-0F1A149B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0A597-13C7-5E1B-5FD7-A8F2D433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C8FBF-88C5-AEDE-5854-95A4B8BE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0CF15-539B-F788-448D-00B05509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6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368BC-CAB4-9921-BFDD-8E3D0068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A3449-01C1-1754-B5E8-9477A504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CE4A0-6752-A1CE-CA86-031A75E3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7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C6EB-9FAE-EE20-87F2-93971B25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798F-BFA9-E757-1F9B-C70E6B746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3F038-EEF4-CDB0-0711-A6D7248C5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A894E-0ADD-48E3-45A6-28C72C79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BACC6-4AC4-0B31-E8B0-C5FD3CD9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C8495-A444-0755-E987-B4CF3E70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8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1021-6C34-CE00-7A4C-400E82F1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24ED1-638E-4E85-D6C1-EDDE27363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96C62-BA0E-745E-1A39-B4AAF44D7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88F78-5656-0F3E-8271-737C64B2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1E20-C09B-D69D-142E-8B19A191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F17E5-350B-C343-3840-C43E4E47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6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DE87-2799-43E7-2E88-7D744300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C5BD4-B815-6C21-374D-AA1D29B46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16F5A-A2BE-EE19-B9DB-1D1AE5FC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2AEF8-9B8E-67E6-5C25-169BCA89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571FA-6BD8-3E99-3A6C-32BD3B5C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1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C6938-9F1C-E757-5442-912DEA359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92F17-7E97-C48C-4C52-76F3180BE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0410C-729F-7925-1D3F-333983AF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67881-DBA8-A1C3-E06A-28A1D554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6AA48-0648-107B-DF75-F64F4101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E3779-80CD-A19C-95C5-186B3E40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86B0A-C059-EFC1-2341-ED0A52275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2CC60-185C-EF38-2987-C26804AAF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77A17-C9CA-4AA0-AD7A-2AFE0FF2BBC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04B62-6155-9427-394A-E07D3384B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9CB4-8556-53EA-3C6C-CECA410FC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B8DC-A103-4028-A729-46A3FD0A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0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974F-9E37-2374-0BAA-BABC358DA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Bellman-Ford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CD5C7-8AE4-77E7-2D42-2B0A68038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Helena Zhuo, </a:t>
            </a:r>
            <a:r>
              <a:rPr lang="en-US" dirty="0" err="1"/>
              <a:t>Shushruth</a:t>
            </a:r>
            <a:r>
              <a:rPr lang="en-US" dirty="0"/>
              <a:t> Vijay </a:t>
            </a:r>
            <a:r>
              <a:rPr lang="en-US" dirty="0" err="1"/>
              <a:t>Kallutla</a:t>
            </a:r>
            <a:r>
              <a:rPr lang="en-US" dirty="0"/>
              <a:t>, Yusuf Corr</a:t>
            </a:r>
          </a:p>
        </p:txBody>
      </p:sp>
    </p:spTree>
    <p:extLst>
      <p:ext uri="{BB962C8B-B14F-4D97-AF65-F5344CB8AC3E}">
        <p14:creationId xmlns:p14="http://schemas.microsoft.com/office/powerpoint/2010/main" val="329766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CD08-0431-E7A5-8302-73FE94C5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A582D-D165-1E02-B3E8-B2EA97495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3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96AE-1A32-9C7F-BB70-2BFF39B9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584C7-D260-84B7-8D59-ECE657E3F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5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C3CD-1B83-AB17-5D1A-063212EE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E97C1-60F5-9E32-EC8A-CABC4DA6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1145-204B-5640-14C8-4982670D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697B-914F-F0A8-80F3-49EDD449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7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9E54-DE8A-9549-2ADA-2F7DC01C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EC08D-3B38-2887-87F1-766DE6B5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3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E927-0CD0-8E01-A634-B4D93F5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0296-3367-E7BF-8909-3BC04D4D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1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9832-FA2E-6040-CDE4-B7B19269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DCA56-F594-998A-954B-31AE4594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E2B3-BE76-F232-7875-FFAD5822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CCEB-B352-03D4-4A6F-FAAB8DE4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2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A941-91AF-FF24-5075-E3C5E7A0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5B95D-6CD7-DD79-3F7F-2D5752DEA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8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9DD0-54E0-B734-EC10-C1BB7E3F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1BC91-8D93-D870-B48A-7B63F764C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63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1FE8-F5CC-680D-20C5-8A4B3EC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0F3EE-3BA5-91FA-FC00-D24034A6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605F-5552-F8AA-A975-01287FBC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000B9-56AB-3C7D-234C-DA0A8B5E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56B2-8440-5E2B-35F8-6ECDC65C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532F7-8733-9E12-CB60-4E7DED19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8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Bellman-Ford </vt:lpstr>
      <vt:lpstr>Background </vt:lpstr>
      <vt:lpstr>Introduction</vt:lpstr>
      <vt:lpstr>Bellman-Ford </vt:lpstr>
      <vt:lpstr>Problem Choice</vt:lpstr>
      <vt:lpstr>Use Cases</vt:lpstr>
      <vt:lpstr>Implementation Design</vt:lpstr>
      <vt:lpstr>Test Cases</vt:lpstr>
      <vt:lpstr>Results</vt:lpstr>
      <vt:lpstr>Performance</vt:lpstr>
      <vt:lpstr>Analysis</vt:lpstr>
      <vt:lpstr>Conclusion</vt:lpstr>
      <vt:lpstr>Further Thoughts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 Corr</dc:creator>
  <cp:lastModifiedBy>Yus Corr</cp:lastModifiedBy>
  <cp:revision>1</cp:revision>
  <dcterms:created xsi:type="dcterms:W3CDTF">2026-03-23T20:49:24Z</dcterms:created>
  <dcterms:modified xsi:type="dcterms:W3CDTF">2026-03-23T21:00:09Z</dcterms:modified>
</cp:coreProperties>
</file>